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Project title: one-page summary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Placeholder — replace with your own content.</a:t>
            </a:r>
          </a:p>
          <a:p>
            <a:pPr lvl="1"/>
            <a:r>
              <a:t>The question: what were you trying to find out?</a:t>
            </a:r>
          </a:p>
          <a:p>
            <a:pPr lvl="1"/>
            <a:r>
              <a:t>What we did: data and approach, kept short.</a:t>
            </a:r>
          </a:p>
          <a:p>
            <a:pPr lvl="1"/>
            <a:r>
              <a:t>What we found: the headline result (drop a chart in here).</a:t>
            </a:r>
          </a:p>
          <a:p>
            <a:pPr lvl="1"/>
            <a:r>
              <a:t>So what: why it matters and what happens next.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