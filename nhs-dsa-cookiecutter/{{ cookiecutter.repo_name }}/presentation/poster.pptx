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96960" cy="15087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9202400" cy="109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poster — replace with your own content.</a:t>
            </a:r>
          </a:p>
          <a:p>
            <a:pPr>
              <a:defRPr sz="4000" b="1"/>
            </a:pPr>
            <a:r>
              <a:t>Background</a:t>
            </a:r>
          </a:p>
          <a:p>
            <a:r>
              <a:t>[ ... ]</a:t>
            </a:r>
          </a:p>
          <a:p>
            <a:pPr>
              <a:defRPr sz="4000" b="1"/>
            </a:pPr>
            <a:r>
              <a:t>Methods</a:t>
            </a:r>
          </a:p>
          <a:p>
            <a:r>
              <a:t>[ ... ]</a:t>
            </a:r>
          </a:p>
          <a:p>
            <a:pPr>
              <a:defRPr sz="4000" b="1"/>
            </a:pPr>
            <a:r>
              <a:t>Results</a:t>
            </a:r>
          </a:p>
          <a:p>
            <a:r>
              <a:t>[ ... ]</a:t>
            </a:r>
          </a:p>
          <a:p>
            <a:pPr>
              <a:defRPr sz="4000" b="1"/>
            </a:pPr>
            <a:r>
              <a:t>Conclusions</a:t>
            </a:r>
          </a:p>
          <a:p>
            <a:r>
              <a:t>[ ... ]</a:t>
            </a:r>
          </a:p>
          <a:p>
            <a:pPr>
              <a:defRPr sz="4000" b="1"/>
            </a:pPr>
            <a:r>
              <a:t>Contact</a:t>
            </a:r>
          </a:p>
          <a:p>
            <a:r>
              <a:t>[ ...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